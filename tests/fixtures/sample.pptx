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each priority and timeline for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importance of timely budget submissions.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Department of Information Technology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Annual Report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Modernize legacy systems</a:t>
            </a:r>
          </a:p>
          <a:p>
            <a:r>
              <a:t>Improve cybersecurity posture</a:t>
            </a:r>
          </a:p>
          <a:p>
            <a:r>
              <a:t>Expand digital services</a:t>
            </a:r>
          </a:p>
          <a:p>
            <a:r>
              <a:t>Train workforce on new technologies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Percentage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Personnel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the budget allocation for Q3.</a:t>
            </a:r>
          </a:p>
          <a:p>
            <a:r>
              <a:t>Schedule follow-up meetings with department heads.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NCDIT Sample Presentation</dc:title>
  <dc:subject/>
  <dc:creator>Test Suite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